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80000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Presentación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0000" y="2500000"/>
            <a:ext cx="3000000" cy="120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Caja de texto</a:t>
            </a:r>
          </a:p>
        </p:txBody>
      </p:sp>
      <p:pic>
        <p:nvPicPr>
          <p:cNvPr id="4" name="Picture 3" descr="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0" y="2500000"/>
            <a:ext cx="6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000" y="800000"/>
            <a:ext cx="6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Segunda diapositiva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